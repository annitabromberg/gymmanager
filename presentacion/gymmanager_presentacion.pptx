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C162B"/>
          </a:solidFill>
          <a:ln>
            <a:solidFill>
              <a:srgbClr val="0C1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72B6"/>
                </a:solidFill>
              </a:defRPr>
            </a:pPr>
            <a:r>
              <a:t>GymManager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Presentación para Fundamentos de Informática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Anna Bromberg | María Josefina Velázquez Paz | Ángela Romero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4754880" cy="73152"/>
          </a:xfrm>
          <a:prstGeom prst="rect">
            <a:avLst/>
          </a:prstGeom>
          <a:solidFill>
            <a:srgbClr val="F472B6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472B6"/>
                </a:solidFill>
              </a:defRPr>
            </a:pPr>
            <a:r>
              <a:t>1. ¿De qué se trata la aplicación?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GymManager es una aplicación web para gestionar un gimnasio.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Permite registrar alumnos, rutinas, asistencia y cuotas.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La idea es organizar la información del gimnasio en una sola plataforma.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La aplicación fue desarrollada como proyecto para Fundamentos de Informática.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472B6"/>
                </a:solidFill>
              </a:defRPr>
            </a:pPr>
            <a:r>
              <a:t>2. ¿Qué herramientas se usaron?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Python: lenguaje principal para la lógica.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Flask: framework para construir páginas web.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HTML: estructura de las páginas.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CSS: diseño y apariencia moderna.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JSON: almacenamiento del registro de alumnos y otras listas.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472B6"/>
                </a:solidFill>
              </a:defRPr>
            </a:pPr>
            <a:r>
              <a:t>3. ¿Cómo se organizó el proyecto?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app.py: inicia la aplicación.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templates/: contiene las páginas HTML.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static/: contiene CSS, videos e imágenes.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gymmanager_app/: guarda la lógica y las rutas de la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472B6"/>
                </a:solidFill>
              </a:defRPr>
            </a:pPr>
            <a:r>
              <a:t>4. Estructura del código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>
                <a:solidFill>
                  <a:srgbClr val="F8FAFC"/>
                </a:solidFill>
              </a:defRPr>
            </a:pPr>
            <a:r>
              <a:t>app.py: prende la aplicación y define el puerto.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gymmanager_app/__init__.py: crea la instancia principal de Flask.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gymmanager_app/routes.py: define rutas como login, inicio, alumnos y asistencia.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gymmanager_app/data.py: lee y guarda información en archivos JSON.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Todo está separado por tareas para que sea más fácil de entender y mantener.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472B6"/>
                </a:solidFill>
              </a:defRPr>
            </a:pPr>
            <a:r>
              <a:t>5. Cómo se conecta todo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>
                <a:solidFill>
                  <a:srgbClr val="F8FAFC"/>
                </a:solidFill>
              </a:defRPr>
            </a:pPr>
            <a:r>
              <a:t>1) El usuario abre una URL en el navegador.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2) Flask reconoce la ruta pedida.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3) La ruta llama a una función del código.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4) Esa función consulta o guarda información y devuelve una página HTML.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472B6"/>
                </a:solidFill>
              </a:defRPr>
            </a:pPr>
            <a:r>
              <a:t>6. Capturas de pantalla de la interfaz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>
                <a:solidFill>
                  <a:srgbClr val="F8FAFC"/>
                </a:solidFill>
              </a:defRPr>
            </a:pPr>
            <a:r>
              <a:t>Se pueden incluir capturas del login, la pantalla de inicio y la lista de alumnos.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Estas imágenes ayudan a que la presentación sea más visual y fácil de entender.</a:t>
            </a:r>
          </a:p>
          <a:p>
            <a:pPr>
              <a:defRPr sz="1900">
                <a:solidFill>
                  <a:srgbClr val="F8FAFC"/>
                </a:solidFill>
              </a:defRPr>
            </a:pPr>
            <a:r>
              <a:t>Además, muestran cómo se ve la app desde la perspectiva del usuario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472B6"/>
                </a:solidFill>
              </a:defRPr>
            </a:pPr>
            <a:r>
              <a:t>7. Paso a paso: cómo funciona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1) El usuario entra a la aplicación.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2) Se muestra el login.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3) Si las credenciales son correctas, accede al sistema.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4) Puede gestionar alumnos, asistencia y rutinas.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472B6"/>
                </a:solidFill>
              </a:defRPr>
            </a:pPr>
            <a:r>
              <a:t>5. ¿Qué pasa con los datos?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La información se guarda en archivos JSON.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alumnos.json: alumnos registrados.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rutinas.json: planes de entrenamiento.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asistencia.json: seguimiento de presencia.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472B6"/>
                </a:solidFill>
              </a:defRPr>
            </a:pPr>
            <a:r>
              <a:t>6. 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GymManager es un ejemplo sencillo de cómo una idea real puede transformarse en una aplicación web.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Se combina lógica, diseño y organización de información.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Es una buena forma de comprender cómo se construyen proyectos de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